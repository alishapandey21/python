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8b34d5a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d8b34d5a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92e3d036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d92e3d036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8b34d5aa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d8b34d5aa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92e3d036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d92e3d036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92e3d036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d92e3d036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92e3d036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d92e3d036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92e3d036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d92e3d036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92e3d036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d92e3d036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0" name="Google Shape;20;p4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Google Shape;26;p5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PYTHON -2 </a:t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6566450" y="4503825"/>
            <a:ext cx="2519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PRITU A PATEL</a:t>
            </a:r>
            <a:endParaRPr b="0" i="0" sz="21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is Random Forest?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311725" y="1223400"/>
            <a:ext cx="8304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Nunito"/>
              <a:buChar char="●"/>
            </a:pPr>
            <a:r>
              <a:rPr b="1" lang="en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r>
              <a:rPr lang="en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is one of the most popular and powerful machine learning algorithms, used for both classification and regression tasks. </a:t>
            </a:r>
            <a:endParaRPr sz="20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Char char="●"/>
            </a:pPr>
            <a:r>
              <a:rPr lang="en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r>
              <a:rPr lang="en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is essentially a collection (or “forest”) of </a:t>
            </a:r>
            <a:r>
              <a:rPr b="1" lang="en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decision trees</a:t>
            </a:r>
            <a:r>
              <a:rPr lang="en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trained on different subsets of the data. </a:t>
            </a:r>
            <a:endParaRPr sz="20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Char char="●"/>
            </a:pPr>
            <a:r>
              <a:rPr lang="en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Each tree in the forest is trained independently, and the final prediction is made by aggregating the predictions of all trees, either by taking the </a:t>
            </a:r>
            <a:r>
              <a:rPr b="1" lang="en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majority vote</a:t>
            </a:r>
            <a:r>
              <a:rPr lang="en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in classification or</a:t>
            </a:r>
            <a:r>
              <a:rPr b="1" lang="en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averaging</a:t>
            </a:r>
            <a:r>
              <a:rPr lang="en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the predictions in regression.</a:t>
            </a:r>
            <a:endParaRPr sz="20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is Random Forest?</a:t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0" l="2267" r="0" t="29339"/>
          <a:stretch/>
        </p:blipFill>
        <p:spPr>
          <a:xfrm>
            <a:off x="1127725" y="1389025"/>
            <a:ext cx="7123874" cy="36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 of </a:t>
            </a:r>
            <a:r>
              <a:rPr lang="en"/>
              <a:t> Random Forest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800" y="1251500"/>
            <a:ext cx="6525450" cy="382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5174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KEY PARAMETERS OF RANDOM FORESTS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218181"/>
              </a:lnSpc>
              <a:spcBef>
                <a:spcPts val="3200"/>
              </a:spcBef>
              <a:spcAft>
                <a:spcPts val="0"/>
              </a:spcAft>
              <a:buClr>
                <a:srgbClr val="242424"/>
              </a:buClr>
              <a:buSzPts val="2100"/>
              <a:buFont typeface="Georgia"/>
              <a:buChar char="●"/>
            </a:pPr>
            <a:r>
              <a:rPr b="1" lang="en" sz="2100">
                <a:solidFill>
                  <a:srgbClr val="24242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Number of Trees (n_estimators)</a:t>
            </a:r>
            <a:r>
              <a:rPr lang="en" sz="2100">
                <a:solidFill>
                  <a:srgbClr val="24242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This parameter specifies how many trees the random forest should include. </a:t>
            </a:r>
            <a:endParaRPr sz="2100">
              <a:solidFill>
                <a:srgbClr val="242424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100"/>
              <a:buFont typeface="Georgia"/>
              <a:buChar char="●"/>
            </a:pPr>
            <a:r>
              <a:rPr b="1" lang="en" sz="2100">
                <a:solidFill>
                  <a:srgbClr val="24242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Tree Depth (max_depth)</a:t>
            </a:r>
            <a:r>
              <a:rPr lang="en" sz="2100">
                <a:solidFill>
                  <a:srgbClr val="24242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Limits the maximum depth of the individual trees. 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900"/>
              <a:buFont typeface="Times New Roman"/>
              <a:buChar char="●"/>
            </a:pPr>
            <a:r>
              <a:rPr b="1" lang="en" sz="1900">
                <a:solidFill>
                  <a:srgbClr val="24242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criterion='entropy'</a:t>
            </a:r>
            <a:endParaRPr b="1" sz="2100">
              <a:solidFill>
                <a:srgbClr val="242424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Random Forest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1 : Import the Required Library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from sklearn.</a:t>
            </a:r>
            <a:r>
              <a:rPr b="1"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ensemble</a:t>
            </a:r>
            <a:r>
              <a:rPr b="1" lang="en" sz="15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import RandomForestClassifier</a:t>
            </a:r>
            <a:endParaRPr b="1" sz="15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	2: Load the Dataset (csv file)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3: Data Cleaning &amp; EDA (if required)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4: Feature Selection single x and y variable (for simple linear Regression)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multiple features selection x and single y variable(for multilinear Regression)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5: Model Selection (Data Split on train and test data)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x_train,x_test,y_train,y_test = </a:t>
            </a: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train_test_split(x,y,test_size=0.2,random_state = 10)</a:t>
            </a:r>
            <a:endParaRPr b="1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Random Forest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6 : Train the </a:t>
            </a:r>
            <a:r>
              <a:rPr b="1" lang="en" sz="18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Random Forest </a:t>
            </a: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Model </a:t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RFC</a:t>
            </a:r>
            <a:r>
              <a:rPr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RandomForestClassifier</a:t>
            </a:r>
            <a:r>
              <a:rPr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criterion='entropy',max_depth=3,</a:t>
            </a:r>
            <a:r>
              <a:rPr lang="en" sz="2100">
                <a:solidFill>
                  <a:srgbClr val="24242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n_estimators =100</a:t>
            </a:r>
            <a:r>
              <a:rPr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RFC</a:t>
            </a:r>
            <a:r>
              <a:rPr b="0" i="0" lang="en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.fit(x_train,y_train)</a:t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7: Make Prediction</a:t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9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y_pred = </a:t>
            </a:r>
            <a:r>
              <a:rPr lang="en" sz="19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RFC</a:t>
            </a:r>
            <a:r>
              <a:rPr b="0" i="0" lang="en" sz="19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.predict(x_test)</a:t>
            </a:r>
            <a:endParaRPr b="0" i="0" sz="19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is Support Vector Machine ?</a:t>
            </a:r>
            <a:endParaRPr/>
          </a:p>
        </p:txBody>
      </p:sp>
      <p:sp>
        <p:nvSpPr>
          <p:cNvPr id="107" name="Google Shape;107;p20"/>
          <p:cNvSpPr txBox="1"/>
          <p:nvPr/>
        </p:nvSpPr>
        <p:spPr>
          <a:xfrm>
            <a:off x="311725" y="1389025"/>
            <a:ext cx="8304300" cy="3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Support Vector Machine (SVM) is a supervised machine learning algorithm used for classification and regression tasks. </a:t>
            </a:r>
            <a:endParaRPr sz="19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tries to find the best boundary known as hyperplane that separates different classes in the data. </a:t>
            </a:r>
            <a:endParaRPr sz="19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is useful when you want to do binary classification like spam vs. not spam or cat vs. dog.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Key Concepts of Support Vector Machine</a:t>
            </a:r>
            <a:endParaRPr sz="3200"/>
          </a:p>
        </p:txBody>
      </p:sp>
      <p:sp>
        <p:nvSpPr>
          <p:cNvPr id="113" name="Google Shape;113;p21"/>
          <p:cNvSpPr txBox="1"/>
          <p:nvPr/>
        </p:nvSpPr>
        <p:spPr>
          <a:xfrm>
            <a:off x="311725" y="1389025"/>
            <a:ext cx="8304300" cy="3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685800" rtl="0" algn="just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unito"/>
              <a:buChar char="●"/>
            </a:pPr>
            <a:r>
              <a:rPr b="1"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Hyperplane</a:t>
            </a:r>
            <a:r>
              <a:rPr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A decision boundary separating different classes in feature space and is represented by the equation wx + b = 0 in linear classification.</a:t>
            </a:r>
            <a:endParaRPr sz="15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685800" rtl="0" algn="just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unito"/>
              <a:buChar char="●"/>
            </a:pPr>
            <a:r>
              <a:rPr b="1"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Support Vectors</a:t>
            </a:r>
            <a:r>
              <a:rPr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The closest data points to the hyperplane, crucial for determining the hyperplane and margin in SVM.</a:t>
            </a:r>
            <a:endParaRPr sz="15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685800" rtl="0" algn="just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unito"/>
              <a:buChar char="●"/>
            </a:pPr>
            <a:r>
              <a:rPr b="1"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Margin</a:t>
            </a:r>
            <a:r>
              <a:rPr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The distance between the hyperplane and the support vectors. SVM aims to maximize this margin for better classification performance.</a:t>
            </a:r>
            <a:endParaRPr sz="15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685800" rtl="0" algn="just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unito"/>
              <a:buChar char="●"/>
            </a:pPr>
            <a:r>
              <a:rPr b="1"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Kernel</a:t>
            </a:r>
            <a:r>
              <a:rPr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A function that maps data to a higher-dimensional space enabling SVM to handle non-linearly separable data.</a:t>
            </a:r>
            <a:endParaRPr sz="15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685800" rtl="0" algn="just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unito"/>
              <a:buChar char="●"/>
            </a:pPr>
            <a:r>
              <a:rPr b="1"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A regularization term balancing margin maximization and misclassification penalties. A higher C value forces stricter penalty for misclassifications.</a:t>
            </a:r>
            <a:endParaRPr sz="15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25" y="500925"/>
            <a:ext cx="714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Key Concepts of Support Vector Machine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713" y="1362575"/>
            <a:ext cx="6588574" cy="364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SVM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1 : Import the Required Library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From sklearn.svm </a:t>
            </a:r>
            <a:r>
              <a:rPr b="1" lang="en" sz="15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import</a:t>
            </a:r>
            <a:r>
              <a:rPr b="1" lang="en" sz="15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SVC</a:t>
            </a:r>
            <a:endParaRPr b="1" sz="15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	2: Load the Dataset (csv file)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3: Data Cleaning &amp; EDA (if required)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4: Feature Selection single x and y variable (for simple linear Regression)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multiple features selection x and single y variable(for multilinear Regression)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5: Model Selection (Data Split on train and test data)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x_train,x_test,y_train,y_test = </a:t>
            </a: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train_test_split(x,y,test_size=0.2,random_state = 10)</a:t>
            </a:r>
            <a:endParaRPr b="1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SVM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6 : Train the </a:t>
            </a:r>
            <a:r>
              <a:rPr b="1" lang="en" sz="18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SVM</a:t>
            </a:r>
            <a:r>
              <a:rPr b="1" lang="en" sz="18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Model </a:t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clf</a:t>
            </a:r>
            <a:r>
              <a:rPr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SVC</a:t>
            </a:r>
            <a:r>
              <a:rPr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(kernal=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rbf,</a:t>
            </a:r>
            <a:r>
              <a:rPr lang="en" sz="2100">
                <a:solidFill>
                  <a:srgbClr val="24242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C=1</a:t>
            </a:r>
            <a:r>
              <a:rPr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clf</a:t>
            </a:r>
            <a:r>
              <a:rPr b="0" i="0" lang="en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.fit(x_train,y_train)</a:t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7: Make Prediction</a:t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9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y_pred = </a:t>
            </a:r>
            <a:r>
              <a:rPr lang="en" sz="18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clf</a:t>
            </a:r>
            <a:r>
              <a:rPr b="0" i="0" lang="en" sz="19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.predict(x_test)</a:t>
            </a:r>
            <a:endParaRPr b="0" i="0" sz="19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