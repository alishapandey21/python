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Nunito"/>
      <p:regular r:id="rId28"/>
      <p:bold r:id="rId29"/>
      <p:italic r:id="rId30"/>
      <p:boldItalic r:id="rId31"/>
    </p:embeddedFont>
    <p:embeddedFont>
      <p:font typeface="Merriweather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6" roundtripDataSignature="AMtx7mjCyrc6NJUBGOtVz1crRNe1OM2r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Nunito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6.xml"/><Relationship Id="rId33" Type="http://schemas.openxmlformats.org/officeDocument/2006/relationships/font" Target="fonts/Merriweather-bold.fntdata"/><Relationship Id="rId10" Type="http://schemas.openxmlformats.org/officeDocument/2006/relationships/slide" Target="slides/slide5.xml"/><Relationship Id="rId32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34" Type="http://schemas.openxmlformats.org/officeDocument/2006/relationships/font" Target="fonts/Merriweather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0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0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0" name="Google Shape;20;p22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3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Google Shape;26;p23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" name="Google Shape;27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5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7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7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27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8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PYTHON -2 </a:t>
            </a:r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6566450" y="4503825"/>
            <a:ext cx="2519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PRITU A PATEL</a:t>
            </a:r>
            <a:endParaRPr b="0" i="0" sz="21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Polynomial Regression?</a:t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b="1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Polynomial Regression</a:t>
            </a:r>
            <a:r>
              <a:rPr b="0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a form of linear regression where the relationship between the </a:t>
            </a:r>
            <a:r>
              <a:rPr b="1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independent variable (x)</a:t>
            </a:r>
            <a:r>
              <a:rPr b="0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the</a:t>
            </a:r>
            <a:r>
              <a:rPr b="1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dependent variable (y)</a:t>
            </a:r>
            <a:r>
              <a:rPr b="0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modelled as an </a:t>
            </a:r>
            <a:r>
              <a:rPr b="1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nth degree</a:t>
            </a:r>
            <a:r>
              <a:rPr b="0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polynomial. </a:t>
            </a:r>
            <a:endParaRPr b="0" i="0" sz="17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b="0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is </a:t>
            </a:r>
            <a:r>
              <a:rPr b="1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useful </a:t>
            </a:r>
            <a:r>
              <a:rPr b="0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when the data </a:t>
            </a:r>
            <a:r>
              <a:rPr b="1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exhibits a non-linear relationship </a:t>
            </a:r>
            <a:r>
              <a:rPr b="0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allowing the </a:t>
            </a:r>
            <a:r>
              <a:rPr b="1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model to fit a curve</a:t>
            </a:r>
            <a:r>
              <a:rPr b="0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to the data.</a:t>
            </a:r>
            <a:endParaRPr b="0" i="0" sz="17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b="1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Needs : </a:t>
            </a:r>
            <a:endParaRPr b="1" i="0" sz="17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○"/>
            </a:pPr>
            <a:r>
              <a:rPr b="0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Non-linear Relationships</a:t>
            </a:r>
            <a:endParaRPr b="0" i="0" sz="17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○"/>
            </a:pPr>
            <a:r>
              <a:rPr b="0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Better Fit for Curved Data:</a:t>
            </a:r>
            <a:endParaRPr b="0" i="0" sz="17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Polynomial Regression</a:t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3024" y="1435075"/>
            <a:ext cx="4613150" cy="341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105800" y="500925"/>
            <a:ext cx="87264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Difference Between Linear  and Polynomial Regression</a:t>
            </a:r>
            <a:endParaRPr/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9725" y="1390150"/>
            <a:ext cx="5403124" cy="35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105800" y="500925"/>
            <a:ext cx="87264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Difference Between Linear  and Polynomial Regression</a:t>
            </a:r>
            <a:endParaRPr/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713" y="1391575"/>
            <a:ext cx="7682575" cy="359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Equation of Polynomial Regression</a:t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Polynomial regression is an </a:t>
            </a:r>
            <a:r>
              <a:rPr b="1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extension of linear regression</a:t>
            </a:r>
            <a:r>
              <a:rPr b="0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where higher-degree terms </a:t>
            </a:r>
            <a:r>
              <a:rPr b="0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are added to model non-linear relationships. </a:t>
            </a:r>
            <a:endParaRPr b="0" i="0" sz="15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general form of the equation for a polynomial regression of degree </a:t>
            </a:r>
            <a:r>
              <a:rPr b="0" i="1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b="0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is:</a:t>
            </a:r>
            <a:endParaRPr b="0" i="0" sz="15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Here:</a:t>
            </a:r>
            <a:endParaRPr b="0" i="0" sz="15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876300" marR="190500" rtl="0" algn="l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Times New Roman"/>
              <a:buChar char="●"/>
            </a:pPr>
            <a:r>
              <a:rPr b="0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 is the dependent variable.</a:t>
            </a:r>
            <a:endParaRPr b="0" i="0" sz="15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876300" marR="1905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Times New Roman"/>
              <a:buChar char="●"/>
            </a:pPr>
            <a:r>
              <a:rPr b="0" i="1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the independent variable.</a:t>
            </a:r>
            <a:endParaRPr b="0" i="0" sz="15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876300" marR="1905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Times New Roman"/>
              <a:buChar char="●"/>
            </a:pPr>
            <a:r>
              <a:rPr b="0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Β0,β1,…,βn are the coefficients of the polynomial terms.</a:t>
            </a:r>
            <a:endParaRPr b="0" i="0" sz="15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876300" marR="1905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Times New Roman"/>
              <a:buChar char="●"/>
            </a:pPr>
            <a:r>
              <a:rPr b="0" i="0" lang="en" sz="15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 is the degree of the polynomial.</a:t>
            </a:r>
            <a:endParaRPr b="0" i="0" sz="15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8698" y="2644900"/>
            <a:ext cx="3080850" cy="4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Working of Polynomial Regression</a:t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 machine learning, the polynomial regression actually works in a similar way as linear regression works. It is modeled as multiple linear regression.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input feature is transformed into polynomial features of higher degrees (x</a:t>
            </a:r>
            <a:r>
              <a:rPr b="0" baseline="3000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,x</a:t>
            </a:r>
            <a:r>
              <a:rPr b="0" baseline="3000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..., x</a:t>
            </a:r>
            <a:r>
              <a:rPr b="0" baseline="3000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). These features are now treated as separate independent variables as in multiple linear regression.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Now, a multiple linear regressor is trained on these transformed polynomial features.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6775" y="3822025"/>
            <a:ext cx="6570475" cy="10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Polynomial Regression</a:t>
            </a:r>
            <a:endParaRPr/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25" y="1333604"/>
            <a:ext cx="8679876" cy="3082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Polynomial Regression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9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1 : Import the Required Library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from sklearn.preprocessing import polynomialFeatures</a:t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	2: Load the Dataset (csv file)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3: Data Cleaning &amp; EDA (if required)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4: Feature Selection single x and y variable (for simple linear Regression)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multiple features selection x and single y variable(for multilinear Regression)</a:t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Polynomial Regression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0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6: </a:t>
            </a:r>
            <a:r>
              <a:rPr b="1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Create a Polynomial Feature</a:t>
            </a:r>
            <a:endParaRPr b="1" i="0" sz="17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</a:t>
            </a:r>
            <a:r>
              <a:rPr b="0" i="0" lang="en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create a polynomial feature object with degree i (i.e, i = 1,2,..n)</a:t>
            </a:r>
            <a:endParaRPr b="0" i="0" sz="1700" u="none" cap="none" strike="noStrike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poly = PolynomialFeatures(degree = i)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</a:t>
            </a:r>
            <a:r>
              <a:rPr b="0" i="0" lang="en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transform the input data to include polynomial features</a:t>
            </a:r>
            <a:endParaRPr b="0" i="0" sz="1700" u="none" cap="none" strike="noStrike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x_poly = poly.fit_transform(x)</a:t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7 : Train the Linear Model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model = LinearRegression()</a:t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Polynomial Regression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model.fit(x_poly,y)</a:t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8: Make Prediction</a:t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y_pred = model.predict(x_poly)</a:t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9 : </a:t>
            </a:r>
            <a:r>
              <a:rPr b="1" i="0" lang="en" sz="15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Visualize the Regression Line</a:t>
            </a:r>
            <a:endParaRPr b="1" i="0" sz="21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Plot the actual data points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plt.scatter(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x_test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y_test, color='blue', label='Actual')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Plot the regression line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plt.plot(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x_test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y_pred, color='red', label='Regression Line')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Polynomial Regression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10 : Model Evaluation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</a:t>
            </a:r>
            <a:r>
              <a:rPr b="1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 Metrics Library for model evaluation</a:t>
            </a:r>
            <a:endParaRPr b="1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From sklearn.metrics import mean_squared_error,mean_absolute_error,r2_score</a:t>
            </a:r>
            <a:endParaRPr b="0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Calculate Mean Squared Error (MSE)</a:t>
            </a:r>
            <a:endParaRPr b="1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mse = mean_squared_error(y, y_pred)</a:t>
            </a:r>
            <a:endParaRPr b="0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Calculate Mean Absolute Error (MAE)</a:t>
            </a:r>
            <a:endParaRPr b="1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mae = mean_absolute_error(y, y_pred)</a:t>
            </a:r>
            <a:endParaRPr b="1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Calculate R-squared score</a:t>
            </a:r>
            <a:endParaRPr b="1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r2 = r2_score(y, y_pred)</a:t>
            </a:r>
            <a:endParaRPr b="0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Polynomial Regression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</a:t>
            </a:r>
            <a:r>
              <a:rPr b="1"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New Data Prediction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X_new = np.array([[1.9929]])</a:t>
            </a:r>
            <a:endParaRPr b="0" i="0" sz="1700" u="none" cap="none" strike="noStrike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X_new_poly = poly.transform(X_new)</a:t>
            </a:r>
            <a:endParaRPr b="0" i="0" sz="1700" u="none" cap="none" strike="noStrike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y_new_pred = model.predict(X_new_poly)</a:t>
            </a:r>
            <a:endParaRPr b="0" i="0" sz="1700" u="none" cap="none" strike="noStrike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print(y_new_pred)</a:t>
            </a:r>
            <a:endParaRPr b="0" i="0" sz="1700" u="none" cap="none" strike="noStrike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Polynomial Regression(With Data Splitting)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1 : Import the Required Library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from sklearn.preprocessing import polynomialFeatures</a:t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	2: Load the Dataset (csv file)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3: Data Cleaning &amp; EDA (if required)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4: Feature Selection single x and y variable (for simple linear Regression)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multiple features selection x and single y variable(for multilinear Regression)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5: Model Selection (Data Split on train and test data)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x_train,x_test,y_train,y_test = 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train_test_split(x,y,test_size=0.2,random_state = 10)</a:t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Polynomial Regression(With Data Splitting)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6: </a:t>
            </a:r>
            <a:r>
              <a:rPr b="1" i="0" lang="en" sz="17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Create a Polynomial Feature</a:t>
            </a:r>
            <a:endParaRPr b="1" i="0" sz="17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</a:t>
            </a:r>
            <a:r>
              <a:rPr b="0" i="0" lang="en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create a polynomial feature object with degree i (i.e, i = 1,2,..n)</a:t>
            </a:r>
            <a:endParaRPr b="0" i="0" sz="1700" u="none" cap="none" strike="noStrike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poly = PolynomialFeatures(degree = i)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</a:t>
            </a:r>
            <a:r>
              <a:rPr b="0" i="0" lang="en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transform the input data to include polynomial features</a:t>
            </a:r>
            <a:endParaRPr b="0" i="0" sz="1700" u="none" cap="none" strike="noStrike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x_poly_train = poly.fit_transform(x_train)</a:t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X_poly_test = poly.fit_transform(x_test)</a:t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7 : Train the Linear Model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model = LinearRegression()</a:t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Polynomial Regression(With Data Splitting)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model.fit(x_poly_train,y_train)</a:t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8: Make Prediction</a:t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y_pred = model.predict(x_poly_test)</a:t>
            </a:r>
            <a:endParaRPr b="0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9 : </a:t>
            </a:r>
            <a:r>
              <a:rPr b="1" i="0" lang="en" sz="15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Visualize the Regression Line</a:t>
            </a:r>
            <a:endParaRPr b="1" i="0" sz="21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Plot the actual data points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plt.scatter(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x_test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y_test, color='blue', label='Actual')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Plot the regression line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plt.plot(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x_test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y_pred, color='red', label='Regression Line')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Polynomial Regression(With Data Splitting)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10 : Model Evaluation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</a:t>
            </a:r>
            <a:r>
              <a:rPr b="1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Import Metrics Library for model evaluation</a:t>
            </a:r>
            <a:endParaRPr b="1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From sklearn.metrics import mean_squared_error,mean_absolute_error,r2_score</a:t>
            </a:r>
            <a:endParaRPr b="0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Calculate Mean Squared Error (MSE)</a:t>
            </a:r>
            <a:endParaRPr b="1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mse = mean_squared_error(y_test, y_pred)</a:t>
            </a:r>
            <a:endParaRPr b="0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Calculate Mean Absolute Error (MAE)</a:t>
            </a:r>
            <a:endParaRPr b="1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mse = mean_absolute_error(y_test, y_pred)</a:t>
            </a:r>
            <a:endParaRPr b="1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Calculate R-squared score</a:t>
            </a:r>
            <a:endParaRPr b="1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r2 = r2_score(y_test, y_pred)</a:t>
            </a:r>
            <a:endParaRPr b="0" i="0" sz="16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Polynomial Regression(With Data Splitting)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</a:t>
            </a:r>
            <a:r>
              <a:rPr b="1"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: New Data Prediction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X_new = np.array([[1.9929]])</a:t>
            </a:r>
            <a:endParaRPr b="0" i="0" sz="1700" u="none" cap="none" strike="noStrike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X_new_poly = poly.transform(X_new)</a:t>
            </a:r>
            <a:endParaRPr b="0" i="0" sz="1700" u="none" cap="none" strike="noStrike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y_new_pred = model.predict(X_new_poly)</a:t>
            </a:r>
            <a:endParaRPr b="0" i="0" sz="1700" u="none" cap="none" strike="noStrike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print(y_new_pred)</a:t>
            </a:r>
            <a:endParaRPr b="0" i="0" sz="1700" u="none" cap="none" strike="noStrike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